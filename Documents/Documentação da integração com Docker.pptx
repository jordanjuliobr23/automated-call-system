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L1pGhQyJ13zA9a4mC5D2as05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c861ef2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9c861ef2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cd8a7696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9cd8a7696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b442d1a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2b442d1a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4ce140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34ce140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cd8a76968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cd8a76968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cd8a76968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cd8a76968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cd8a76968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9cd8a76968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ecf95aec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9ecf95aec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Fm8rx1IlCiE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40200" y="980175"/>
            <a:ext cx="8463600" cy="14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500"/>
              <a:t>Processo de integração da aplicação em container docker</a:t>
            </a:r>
            <a:endParaRPr b="1" sz="3900">
              <a:solidFill>
                <a:srgbClr val="2A2827"/>
              </a:solidFill>
              <a:highlight>
                <a:srgbClr val="FFFFFF"/>
              </a:highlight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140400" y="2888900"/>
            <a:ext cx="8520600" cy="1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Docente: </a:t>
            </a:r>
            <a:r>
              <a:rPr lang="pt-BR" sz="2000">
                <a:solidFill>
                  <a:srgbClr val="151414"/>
                </a:solidFill>
                <a:highlight>
                  <a:srgbClr val="FFFFFF"/>
                </a:highlight>
              </a:rPr>
              <a:t>Rezembrim de Paula Soares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Discentes: Ian Guilherme Duarte da Silva - 20232014050004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                  Jordan Júlio Francelino da Silva - 20241014050014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                  Pedro Jordan Cassiano Costa - 20221014050034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>
                <a:solidFill>
                  <a:schemeClr val="dk1"/>
                </a:solidFill>
                <a:highlight>
                  <a:schemeClr val="lt1"/>
                </a:highlight>
              </a:rPr>
              <a:t>                  Tamires Angélica da Silva Bezerra - 20221014050033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50" y="0"/>
            <a:ext cx="1903475" cy="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c861ef248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Sumário:</a:t>
            </a:r>
            <a:endParaRPr/>
          </a:p>
        </p:txBody>
      </p:sp>
      <p:sp>
        <p:nvSpPr>
          <p:cNvPr id="62" name="Google Shape;62;g39c861ef248_0_5"/>
          <p:cNvSpPr txBox="1"/>
          <p:nvPr>
            <p:ph idx="1" type="body"/>
          </p:nvPr>
        </p:nvSpPr>
        <p:spPr>
          <a:xfrm>
            <a:off x="311700" y="1409300"/>
            <a:ext cx="8520600" cy="28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Objetivo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Etapas Realizadas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Funcionamento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Ferramentas criadas e em processo de criação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Conclusão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cd8a76968_2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Objetivo:                               </a:t>
            </a:r>
            <a:endParaRPr/>
          </a:p>
        </p:txBody>
      </p:sp>
      <p:sp>
        <p:nvSpPr>
          <p:cNvPr id="68" name="Google Shape;68;g39cd8a76968_2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Executar a aplicação de geração de QR Codes e integração SUAP em ambiente Docker para garantir portabilidade e isolamento.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b442d1ac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Etapas Realizadas </a:t>
            </a:r>
            <a:endParaRPr/>
          </a:p>
        </p:txBody>
      </p:sp>
      <p:sp>
        <p:nvSpPr>
          <p:cNvPr id="74" name="Google Shape;74;g3a2b442d1ac_0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>
                <a:solidFill>
                  <a:schemeClr val="dk1"/>
                </a:solidFill>
              </a:rPr>
              <a:t>Criação do Dockerfile com base em Python 3.11-slim.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>
                <a:solidFill>
                  <a:schemeClr val="dk1"/>
                </a:solidFill>
              </a:rPr>
              <a:t>Instalação das dependências (FastAPI, uvicorn, qrcode).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>
                <a:solidFill>
                  <a:schemeClr val="dk1"/>
                </a:solidFill>
              </a:rPr>
              <a:t>Criação do docker-compose.yml para orquestrar o serviço.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>
                <a:solidFill>
                  <a:schemeClr val="dk1"/>
                </a:solidFill>
              </a:rPr>
              <a:t>Testes locais com docker compose up → API acessível em localhost:8000/docs.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>
                <a:solidFill>
                  <a:schemeClr val="dk1"/>
                </a:solidFill>
              </a:rPr>
              <a:t>Verificação de resposta do endpoint /gera_qr e geração correta dos QR Codes.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4ce140e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Funcionamento:</a:t>
            </a:r>
            <a:endParaRPr/>
          </a:p>
        </p:txBody>
      </p:sp>
      <p:sp>
        <p:nvSpPr>
          <p:cNvPr id="80" name="Google Shape;80;g3a34ce140e6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g3a34ce140e6_0_0" title="Funcionamento contain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785" y="1181900"/>
            <a:ext cx="6653715" cy="37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cd8a76968_2_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Banco de Dados - PostgreSQL:</a:t>
            </a:r>
            <a:endParaRPr/>
          </a:p>
        </p:txBody>
      </p:sp>
      <p:sp>
        <p:nvSpPr>
          <p:cNvPr id="87" name="Google Shape;87;g39cd8a76968_2_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>
                <a:solidFill>
                  <a:schemeClr val="dk1"/>
                </a:solidFill>
              </a:rPr>
              <a:t>Objetivos: </a:t>
            </a:r>
            <a:r>
              <a:rPr lang="pt-BR">
                <a:solidFill>
                  <a:schemeClr val="dk1"/>
                </a:solidFill>
              </a:rPr>
              <a:t>armazenamento, segurança e integração.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Criação do arquivo</a:t>
            </a:r>
            <a:r>
              <a:rPr b="1" lang="pt-BR">
                <a:solidFill>
                  <a:schemeClr val="dk1"/>
                </a:solidFill>
              </a:rPr>
              <a:t> db.json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8" name="Google Shape;88;g39cd8a76968_2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475" y="2392313"/>
            <a:ext cx="46291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d8a76968_2_47"/>
          <p:cNvSpPr txBox="1"/>
          <p:nvPr>
            <p:ph type="title"/>
          </p:nvPr>
        </p:nvSpPr>
        <p:spPr>
          <a:xfrm>
            <a:off x="354700" y="411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Frontend / Dashboard (Django)</a:t>
            </a:r>
            <a:endParaRPr/>
          </a:p>
        </p:txBody>
      </p:sp>
      <p:sp>
        <p:nvSpPr>
          <p:cNvPr id="94" name="Google Shape;94;g39cd8a76968_2_47"/>
          <p:cNvSpPr txBox="1"/>
          <p:nvPr>
            <p:ph idx="1" type="body"/>
          </p:nvPr>
        </p:nvSpPr>
        <p:spPr>
          <a:xfrm>
            <a:off x="260650" y="1210225"/>
            <a:ext cx="8520600" cy="3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Objetivo: </a:t>
            </a:r>
            <a:r>
              <a:rPr lang="pt-BR">
                <a:solidFill>
                  <a:schemeClr val="dk1"/>
                </a:solidFill>
              </a:rPr>
              <a:t>exibir presença dos alunos e relatórios para professores.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Ainda em processo de criação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Criação da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95" name="Google Shape;95;g39cd8a76968_2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25" y="2643799"/>
            <a:ext cx="4902750" cy="224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cd8a76968_2_42"/>
          <p:cNvSpPr txBox="1"/>
          <p:nvPr>
            <p:ph type="title"/>
          </p:nvPr>
        </p:nvSpPr>
        <p:spPr>
          <a:xfrm>
            <a:off x="549575" y="43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Proxy Reverso - Nginx</a:t>
            </a:r>
            <a:endParaRPr/>
          </a:p>
        </p:txBody>
      </p:sp>
      <p:sp>
        <p:nvSpPr>
          <p:cNvPr id="101" name="Google Shape;101;g39cd8a76968_2_42"/>
          <p:cNvSpPr txBox="1"/>
          <p:nvPr>
            <p:ph idx="1" type="body"/>
          </p:nvPr>
        </p:nvSpPr>
        <p:spPr>
          <a:xfrm>
            <a:off x="383900" y="1301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pt-BR">
                <a:solidFill>
                  <a:schemeClr val="dk1"/>
                </a:solidFill>
              </a:rPr>
              <a:t>Objetivo: </a:t>
            </a:r>
            <a:r>
              <a:rPr lang="pt-BR">
                <a:solidFill>
                  <a:schemeClr val="dk1"/>
                </a:solidFill>
              </a:rPr>
              <a:t>Rotear conexões entre containers.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Criação do arquivo: nginx.conf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" name="Google Shape;102;g39cd8a76968_2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375" y="2236450"/>
            <a:ext cx="3266925" cy="273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cf95aec5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Conclusões da Sprint</a:t>
            </a:r>
            <a:endParaRPr/>
          </a:p>
        </p:txBody>
      </p:sp>
      <p:sp>
        <p:nvSpPr>
          <p:cNvPr id="108" name="Google Shape;108;g39ecf95aec5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Servidor gerador de Qr Codes 100% </a:t>
            </a:r>
            <a:r>
              <a:rPr lang="pt-BR">
                <a:solidFill>
                  <a:schemeClr val="dk1"/>
                </a:solidFill>
              </a:rPr>
              <a:t>conteinerizada</a:t>
            </a:r>
            <a:r>
              <a:rPr lang="pt-BR">
                <a:solidFill>
                  <a:schemeClr val="dk1"/>
                </a:solidFill>
              </a:rPr>
              <a:t>, pronta para integração futura com banco de dados e proxy reverso (Nginx).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Início</a:t>
            </a:r>
            <a:r>
              <a:rPr lang="pt-BR">
                <a:solidFill>
                  <a:schemeClr val="dk1"/>
                </a:solidFill>
              </a:rPr>
              <a:t> do desenvolvimento do dashboard Django.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